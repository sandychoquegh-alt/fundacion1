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48" d="100"/>
          <a:sy n="48" d="100"/>
        </p:scale>
        <p:origin x="1578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FA8D4-C84A-48A8-921D-E503C5B0A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DEA07F-4B67-439E-85A9-C6265BE19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5C3205-96FB-4181-9964-E52708FC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01395E-2A96-4A14-83E1-9F0D920DA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7B6E42-A98E-45E6-970B-64FB86BD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1808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82CFA-3631-4238-855A-2E5CFC7D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7B7131-39AA-431C-B521-35D8F71D1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F5F3D-2914-4581-B0F9-5B1A5B90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E12C5D-C3AA-47C1-A661-F80A5820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0634D5-EE41-4DE8-BEB8-AEBD73BC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1911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4E1DF-1584-45AE-BF4B-E566EE9F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CD8799-BE34-47E5-9B5A-B003AE526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2877D7-3012-44AF-8485-2D69C482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A6CBAF-9375-4A7C-9E9D-D840FE59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CA0AFB-F0BC-49FB-9549-D86253C4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917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DB178-955C-47B3-BC53-DBCD5A8C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DAC277-9C15-443C-9FDC-6F88E3F77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EE1BAB-08A2-4B4A-8407-2AF396D0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50575E-53A2-4C29-B254-D97F53D9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0DB531-26CF-4BEF-BF3C-ADEC9C6A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D8CB8D-F7E6-43C0-9D4B-5CAEAF6D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0193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43857-91D2-4A5D-B303-A082F913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751989-E396-434B-A164-44D314041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BC9B9E-0F14-4754-B0E7-D1AFBDF66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F6A8C8-DE8D-400B-A8B8-349D6FFE5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9537DA-5699-45F0-AD44-015848EBD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E5DB58-A961-4BCE-AAC7-0F190511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9B098D-DEEB-4309-A17A-BDE1AA3D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713497-9F19-472E-9EA7-D9F58DDA0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3453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2DD7-6EE5-452A-B4AA-584BCF9EA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897554-D6EF-4E7A-A339-0EC39E16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DC59EE-1AB8-4A3C-BFED-DF40DB00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5D5352-B466-4DB5-926D-23A4A6BF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7178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C097BA-08C5-4703-AE12-A54971E7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A2511C-0C5D-4706-B859-D2E76416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0D8430-E567-4851-9970-1D1FBE5E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6356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43D38-924C-469B-86DD-76DB3347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0E4DE6-D216-4BF3-A7A2-9041A92B2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EEDBD-EDC4-42DD-9633-E29D15ED1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55F66E-630B-46C6-9243-1AF082E0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83C14E-E535-4EB6-B894-F2031802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CBB79D-F7F2-4671-B065-8570CB7E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4933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29C2A-FE51-41FD-B76E-4DD2A4CD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687194-305F-47F0-8D0E-92A18BE16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B7AEE5-FC17-4D1C-B0FF-22D1F8427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D0AA11-B37C-43D0-AA3E-D08300B3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A4BA90-0B80-4740-84C4-82F71697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818FCD-4F72-4712-82E7-1B3CB39A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4227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D1191-819C-4C0A-AD41-E6B97879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FBEE3C-5C2E-4A0A-8781-BDB20D0EE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11084E-5DF3-4F6E-B85A-7DFF15EA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6F08D-93BC-413D-B9F8-F6C58D21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34F76A-9AC8-4ADB-BACC-AD6D6E0A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3429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3536BB-D2A0-4065-A6F3-64F6AFA8B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B90CF1-4B22-4266-B349-CC2AC29F4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11513-F9F1-42A4-A3E3-AE612EFB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431CF-B408-49CD-9029-EC4B3B6C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17149F-92BC-42A0-9B9D-5C5AFF87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520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35829B7-104D-4661-8755-1A5EA32E3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DEB485-F26D-4043-9A96-ABD0CD578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EB87-6F89-4A82-8DCC-34A3E7302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20110-7D50-4D15-9B91-8490D5241A95}" type="datetimeFigureOut">
              <a:rPr lang="es-BO" smtClean="0"/>
              <a:t>28/11/2025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460CFF-6CD5-4AEF-87F2-3488D5E79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E8DEC1-938D-495E-991F-CAA830DBF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F7601-2546-4B8D-9039-5118B347033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5705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7531243-9412-48D0-804E-93557F8606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4" t="8292" r="17557" b="24606"/>
          <a:stretch/>
        </p:blipFill>
        <p:spPr>
          <a:xfrm>
            <a:off x="4638261" y="45021"/>
            <a:ext cx="2597426" cy="1987827"/>
          </a:xfrm>
          <a:prstGeom prst="rect">
            <a:avLst/>
          </a:prstGeom>
        </p:spPr>
      </p:pic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3C60A3BB-0540-4F39-B799-F51C8E86679F}"/>
              </a:ext>
            </a:extLst>
          </p:cNvPr>
          <p:cNvSpPr/>
          <p:nvPr/>
        </p:nvSpPr>
        <p:spPr>
          <a:xfrm rot="10800000">
            <a:off x="50306" y="45021"/>
            <a:ext cx="1789044" cy="1987826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706DC087-9E54-443D-99DD-69C3F09E38E2}"/>
              </a:ext>
            </a:extLst>
          </p:cNvPr>
          <p:cNvSpPr/>
          <p:nvPr/>
        </p:nvSpPr>
        <p:spPr>
          <a:xfrm rot="8111794">
            <a:off x="9799939" y="5305206"/>
            <a:ext cx="3377950" cy="1714084"/>
          </a:xfrm>
          <a:prstGeom prst="triangle">
            <a:avLst>
              <a:gd name="adj" fmla="val 495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C73A7F2-948F-4908-A6F2-32D22106429F}"/>
              </a:ext>
            </a:extLst>
          </p:cNvPr>
          <p:cNvCxnSpPr/>
          <p:nvPr/>
        </p:nvCxnSpPr>
        <p:spPr>
          <a:xfrm flipV="1">
            <a:off x="-168355" y="1038934"/>
            <a:ext cx="1292087" cy="1530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1F8C6B4-2647-41A1-9AC3-61A0DEE43D33}"/>
              </a:ext>
            </a:extLst>
          </p:cNvPr>
          <p:cNvCxnSpPr/>
          <p:nvPr/>
        </p:nvCxnSpPr>
        <p:spPr>
          <a:xfrm flipH="1">
            <a:off x="10197548" y="4005462"/>
            <a:ext cx="1994452" cy="2017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569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Hilda Sandy Ch</dc:creator>
  <cp:lastModifiedBy>Hilda Sandy Ch</cp:lastModifiedBy>
  <cp:revision>3</cp:revision>
  <dcterms:created xsi:type="dcterms:W3CDTF">2025-11-28T10:22:10Z</dcterms:created>
  <dcterms:modified xsi:type="dcterms:W3CDTF">2025-11-28T12:00:49Z</dcterms:modified>
</cp:coreProperties>
</file>